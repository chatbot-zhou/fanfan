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fb64fbb0ab4ed3" /><Relationship Type="http://schemas.openxmlformats.org/officeDocument/2006/relationships/extended-properties" Target="/docProps/app.xml" Id="R67ba74304d034331" /><Relationship Type="http://schemas.openxmlformats.org/officeDocument/2006/relationships/officeDocument" Target="/ppt/presentation.xml" Id="R5cfa23cffa7441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4c4c290280481f"/>
  </p:sldMasterIdLst>
  <p:notesMasterIdLst>
    <p:notesMasterId xmlns:r="http://schemas.openxmlformats.org/officeDocument/2006/relationships" r:id="Ra3ae2ffb202a451f"/>
  </p:notesMasterIdLst>
  <p:sldIdLst>
    <p:sldId xmlns:r="http://schemas.openxmlformats.org/officeDocument/2006/relationships" id="256" r:id="R45a1335b86ac4184"/>
    <p:sldId xmlns:r="http://schemas.openxmlformats.org/officeDocument/2006/relationships" id="257" r:id="R35653600cbdf4fc0"/>
    <p:sldId xmlns:r="http://schemas.openxmlformats.org/officeDocument/2006/relationships" id="258" r:id="R184aecb971dd43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87b3e4575246a9" /><Relationship Type="http://schemas.openxmlformats.org/officeDocument/2006/relationships/slideMaster" Target="/ppt/slideMasters/slideMaster1.xml" Id="Rb84c4c290280481f" /><Relationship Type="http://schemas.openxmlformats.org/officeDocument/2006/relationships/notesMaster" Target="/ppt/notesMasters/notesMaster1.xml" Id="Ra3ae2ffb202a451f" /><Relationship Type="http://schemas.openxmlformats.org/officeDocument/2006/relationships/presProps" Target="/ppt/presProps.xml" Id="Rb55aa22dbfc74a81" /><Relationship Type="http://schemas.openxmlformats.org/officeDocument/2006/relationships/tableStyles" Target="/ppt/tableStyles.xml" Id="Refa0409ebe3648b6" /><Relationship Type="http://schemas.openxmlformats.org/officeDocument/2006/relationships/slide" Target="/ppt/slides/slide1.xml" Id="R45a1335b86ac4184" /><Relationship Type="http://schemas.openxmlformats.org/officeDocument/2006/relationships/slide" Target="/ppt/slides/slide2.xml" Id="R35653600cbdf4fc0" /><Relationship Type="http://schemas.openxmlformats.org/officeDocument/2006/relationships/slide" Target="/ppt/slides/slide3.xml" Id="R184aecb971dd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591f90b1e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72446957a74dfc" /><Relationship Type="http://schemas.openxmlformats.org/officeDocument/2006/relationships/notesMaster" Target="/ppt/notesMasters/notesMaster1.xml" Id="R99b619daea3f4d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fbc939a2324fd3" /><Relationship Type="http://schemas.openxmlformats.org/officeDocument/2006/relationships/notesMaster" Target="/ppt/notesMasters/notesMaster1.xml" Id="Re437428afe33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b1e8691f314253" /><Relationship Type="http://schemas.openxmlformats.org/officeDocument/2006/relationships/notesMaster" Target="/ppt/notesMasters/notesMaster1.xml" Id="R1183e07ab48f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0cf0a48204d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25e25f972d4ca0" /><Relationship Type="http://schemas.openxmlformats.org/officeDocument/2006/relationships/slideLayout" Target="/ppt/slideLayouts/slideLayout1.xml" Id="R7df11bc5026948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f11bc5026948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be6c0b5aa4a30" /><Relationship Type="http://schemas.openxmlformats.org/officeDocument/2006/relationships/notesSlide" Target="/ppt/notesSlides/notesSlide1.xml" Id="R9cfe3f1bb07040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ecbed7f2a45d4" /><Relationship Type="http://schemas.openxmlformats.org/officeDocument/2006/relationships/chart" Target="/ppt/slides/charts/chart1.xml" Id="Rb5f887053c8646ef" /><Relationship Type="http://schemas.openxmlformats.org/officeDocument/2006/relationships/notesSlide" Target="/ppt/notesSlides/notesSlide2.xml" Id="R735cd7ff55864e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61f1ded2445b2" /><Relationship Type="http://schemas.openxmlformats.org/officeDocument/2006/relationships/notesSlide" Target="/ppt/notesSlides/notesSlide3.xml" Id="R61b8c1fd6f9043a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Recall@10</c:v>
          </c:tx>
          <c:spPr>
            <a:solidFill xmlns:a="http://schemas.openxmlformats.org/drawingml/2006/main">
              <a:srgbClr val="7085C4"/>
            </a:solidFill>
          </c:spPr>
          <c:cat>
            <c:strLit>
              <c:ptCount val="4"/>
              <c:pt idx="0">
                <c:v>文件名</c:v>
              </c:pt>
              <c:pt idx="1">
                <c:v>FTS5</c:v>
              </c:pt>
              <c:pt idx="2">
                <c:v>语义</c:v>
              </c:pt>
              <c:pt idx="3">
                <c:v>混合RRF</c:v>
              </c:pt>
            </c:strLit>
          </c:cat>
          <c:val>
            <c:numLit>
              <c:formatCode>General</c:formatCode>
              <c:ptCount val="4"/>
              <c:pt idx="0">
                <c:v>72</c:v>
              </c:pt>
              <c:pt idx="1">
                <c:v>84</c:v>
              </c:pt>
              <c:pt idx="2">
                <c:v>88</c:v>
              </c:pt>
              <c:pt idx="3">
                <c:v>94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rand">
            <a:extLst xmlns:a="http://schemas.openxmlformats.org/drawingml/2006/main">
              <a:ext uri="{FF2B5EF4-FFF2-40B4-BE49-F238E27FC236}">
                <a16:creationId xmlns:a16="http://schemas.microsoft.com/office/drawing/2014/main" id="{2C4FE017-D825-4367-8FBF-D2D30D32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7290"/>
                </a:solidFill>
              </a:defRPr>
            </a:pPr>
            <a:r>
              <a:rPr sz="1350" b="1">
                <a:solidFill>
                  <a:srgbClr val="6F7290"/>
                </a:solidFill>
              </a:rPr>
              <a:t>拾忆 · 阶段0测试资料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B19372-6AFC-4C51-9234-7EBF2047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6324D"/>
                </a:solidFill>
              </a:defRPr>
            </a:pPr>
            <a:r>
              <a:rPr sz="4050" b="1">
                <a:solidFill>
                  <a:srgbClr val="26324D"/>
                </a:solidFill>
              </a:rPr>
              <a:t>归航计划阶段汇报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2A2CB1A-E2F9-4E7F-B020-EE6D07AF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725E78"/>
                </a:solidFill>
              </a:defRPr>
            </a:pPr>
            <a:r>
              <a:rPr sz="2100">
                <a:solidFill>
                  <a:srgbClr val="725E78"/>
                </a:solidFill>
              </a:rPr>
              <a:t>完全离线的信息找回与证据定位</a:t>
            </a:r>
          </a:p>
        </p:txBody>
      </p:sp>
      <p:sp>
        <p:nvSpPr>
          <p:cNvPr id="4" name="meta">
            <a:extLst xmlns:a="http://schemas.openxmlformats.org/drawingml/2006/main">
              <a:ext uri="{FF2B5EF4-FFF2-40B4-BE49-F238E27FC236}">
                <a16:creationId xmlns:a16="http://schemas.microsoft.com/office/drawing/2014/main" id="{C31F2FF4-9EE5-4F51-BC79-2EE9ECA5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7784"/>
                </a:solidFill>
              </a:defRPr>
            </a:pPr>
            <a:r>
              <a:rPr sz="1350">
                <a:solidFill>
                  <a:srgbClr val="767784"/>
                </a:solidFill>
              </a:rPr>
              <a:t>项目编号 GH-2025-017  |  负责人 林晓岚  |  2025-11-18</a:t>
            </a:r>
          </a:p>
        </p:txBody>
      </p:sp>
    </p:spTree>
    <p:extLst>
      <p:ext uri="{BB962C8B-B14F-4D97-AF65-F5344CB8AC3E}">
        <p14:creationId xmlns:p14="http://schemas.microsoft.com/office/powerpoint/2010/main" val="19830574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ECFF753-8419-4872-8BBB-651A4E16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6324D"/>
                </a:solidFill>
              </a:defRPr>
            </a:pPr>
            <a:r>
              <a:rPr sz="2850" b="1">
                <a:solidFill>
                  <a:srgbClr val="26324D"/>
                </a:solidFill>
              </a:rPr>
              <a:t>混合RRF率先达到搜索目标</a:t>
            </a:r>
          </a:p>
        </p:txBody>
      </p:sp>
      <p:sp>
        <p:nvSpPr>
          <p:cNvPr id="2" name="takeaway">
            <a:extLst xmlns:a="http://schemas.openxmlformats.org/drawingml/2006/main">
              <a:ext uri="{FF2B5EF4-FFF2-40B4-BE49-F238E27FC236}">
                <a16:creationId xmlns:a16="http://schemas.microsoft.com/office/drawing/2014/main" id="{A0BFD874-733D-462F-B103-BC9846ED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E4E80"/>
                </a:solidFill>
              </a:defRPr>
            </a:pPr>
            <a:r>
              <a:rPr sz="1800" b="1">
                <a:solidFill>
                  <a:srgbClr val="6E4E80"/>
                </a:solidFill>
              </a:rPr>
              <a:t>Recall@10 = 94%  ·  评测基线 k = 60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1047750" y="2047875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f887053c8646ef"/>
          </a:graphicData>
        </a:graphic>
      </p:graphicFrame>
      <p:sp>
        <p:nvSpPr>
          <p:cNvPr id="4" name="note">
            <a:extLst xmlns:a="http://schemas.openxmlformats.org/drawingml/2006/main">
              <a:ext uri="{FF2B5EF4-FFF2-40B4-BE49-F238E27FC236}">
                <a16:creationId xmlns:a16="http://schemas.microsoft.com/office/drawing/2014/main" id="{249C33DD-5341-4C69-AE33-A8732572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E566B"/>
                </a:solidFill>
              </a:defRPr>
            </a:pPr>
            <a:r>
              <a:rPr sz="1350">
                <a:solidFill>
                  <a:srgbClr val="4E566B"/>
                </a:solidFill>
              </a:rPr>
              <a:t>语义不可用时仍保留文件名与全文结果</a:t>
            </a:r>
          </a:p>
          <a:p xmlns:a="http://schemas.openxmlformats.org/drawingml/2006/main">
            <a:pPr>
              <a:defRPr sz="1350">
                <a:solidFill>
                  <a:srgbClr val="4E566B"/>
                </a:solidFill>
              </a:defRPr>
            </a:pPr>
            <a:r>
              <a:rPr sz="1350">
                <a:solidFill>
                  <a:srgbClr val="4E566B"/>
                </a:solidFill>
              </a:rPr>
              <a:t>基础模式不被阻塞</a:t>
            </a:r>
          </a:p>
        </p:txBody>
      </p:sp>
    </p:spTree>
    <p:extLst>
      <p:ext uri="{BB962C8B-B14F-4D97-AF65-F5344CB8AC3E}">
        <p14:creationId xmlns:p14="http://schemas.microsoft.com/office/powerpoint/2010/main" val="2070893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14CB4E-2D48-4974-9E9E-BE09A33F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342B46"/>
                </a:solidFill>
              </a:defRPr>
            </a:pPr>
            <a:r>
              <a:rPr sz="2775" b="1">
                <a:solidFill>
                  <a:srgbClr val="342B46"/>
                </a:solidFill>
              </a:rPr>
              <a:t>下一检查点聚焦源文件保护与严格引用</a:t>
            </a:r>
          </a:p>
        </p:txBody>
      </p:sp>
      <p:sp>
        <p:nvSpPr>
          <p:cNvPr id="2" name="item1">
            <a:extLst xmlns:a="http://schemas.openxmlformats.org/drawingml/2006/main">
              <a:ext uri="{FF2B5EF4-FFF2-40B4-BE49-F238E27FC236}">
                <a16:creationId xmlns:a16="http://schemas.microsoft.com/office/drawing/2014/main" id="{FBCE607F-FFD0-40C9-8E8E-74247552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36FAE"/>
                </a:solidFill>
              </a:defRPr>
            </a:pPr>
            <a:r>
              <a:rPr sz="2025" b="1">
                <a:solidFill>
                  <a:srgbClr val="536FAE"/>
                </a:solidFill>
              </a:rPr>
              <a:t>01  源文件E2E前后SHA-256保持不变</a:t>
            </a:r>
          </a:p>
        </p:txBody>
      </p:sp>
      <p:sp>
        <p:nvSpPr>
          <p:cNvPr id="3" name="item2">
            <a:extLst xmlns:a="http://schemas.openxmlformats.org/drawingml/2006/main">
              <a:ext uri="{FF2B5EF4-FFF2-40B4-BE49-F238E27FC236}">
                <a16:creationId xmlns:a16="http://schemas.microsoft.com/office/drawing/2014/main" id="{16F1B41C-7A55-4C83-83B5-B37F5916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75577E"/>
                </a:solidFill>
              </a:defRPr>
            </a:pPr>
            <a:r>
              <a:rPr sz="2025" b="1">
                <a:solidFill>
                  <a:srgbClr val="75577E"/>
                </a:solidFill>
              </a:rPr>
              <a:t>02  每个事实性结论至少一个原文引用</a:t>
            </a:r>
          </a:p>
        </p:txBody>
      </p:sp>
      <p:sp>
        <p:nvSpPr>
          <p:cNvPr id="4" name="item3">
            <a:extLst xmlns:a="http://schemas.openxmlformats.org/drawingml/2006/main">
              <a:ext uri="{FF2B5EF4-FFF2-40B4-BE49-F238E27FC236}">
                <a16:creationId xmlns:a16="http://schemas.microsoft.com/office/drawing/2014/main" id="{7FCD2234-031F-41E0-90BC-4252F6FC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5667B"/>
                </a:solidFill>
              </a:defRPr>
            </a:pPr>
            <a:r>
              <a:rPr sz="2025" b="1">
                <a:solidFill>
                  <a:srgbClr val="A5667B"/>
                </a:solidFill>
              </a:rPr>
              <a:t>03  无足够证据时明确拒答，不生成unsupported结论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7F69907-1CE6-44F8-88AB-257AE762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67784"/>
                </a:solidFill>
              </a:defRPr>
            </a:pPr>
            <a:r>
              <a:rPr sz="1350">
                <a:solidFill>
                  <a:srgbClr val="767784"/>
                </a:solidFill>
              </a:rPr>
              <a:t>下一次复核：2025年12月2日 10:00</a:t>
            </a:r>
          </a:p>
        </p:txBody>
      </p:sp>
    </p:spTree>
    <p:extLst>
      <p:ext uri="{BB962C8B-B14F-4D97-AF65-F5344CB8AC3E}">
        <p14:creationId xmlns:p14="http://schemas.microsoft.com/office/powerpoint/2010/main" val="723474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2026-08-01T15:45:16.5370000Z</dcterms:created>
  <dcterms:modified xsi:type="dcterms:W3CDTF">2026-08-01T15:45:16.5370000Z</dcterms:modified>
</coreProperties>
</file>